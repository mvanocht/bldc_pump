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C2247A7-8F9B-488B-BDEC-6B17CD374A53}" v="8" dt="2025-11-17T17:09:47.8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17" Type="http://schemas.microsoft.com/office/2015/10/relationships/revisionInfo" Target="revisionInfo.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1-17T17:09:56.609" v="210" actId="14100"/>
      <pc:docMkLst>
        <pc:docMk/>
      </pc:docMkLst>
      <pc:sldChg chg="addSp delSp modSp mod">
        <pc:chgData name="George Hariman" userId="944226f4-c0bd-444e-8152-728ae792d6b1" providerId="ADAL" clId="{34122976-1B0B-468B-BAB7-AAB8F0B58991}" dt="2025-11-17T17:09:56.609" v="210" actId="14100"/>
        <pc:sldMkLst>
          <pc:docMk/>
          <pc:sldMk cId="1800593104" sldId="256"/>
        </pc:sldMkLst>
        <pc:spChg chg="add mod">
          <ac:chgData name="George Hariman" userId="944226f4-c0bd-444e-8152-728ae792d6b1" providerId="ADAL" clId="{34122976-1B0B-468B-BAB7-AAB8F0B58991}" dt="2025-11-17T17:09:45.992" v="206" actId="1076"/>
          <ac:spMkLst>
            <pc:docMk/>
            <pc:sldMk cId="1800593104" sldId="256"/>
            <ac:spMk id="2" creationId="{27F087EB-B7CA-302D-B1BC-8A93ECBBBF28}"/>
          </ac:spMkLst>
        </pc:spChg>
        <pc:spChg chg="add mod">
          <ac:chgData name="George Hariman" userId="944226f4-c0bd-444e-8152-728ae792d6b1" providerId="ADAL" clId="{34122976-1B0B-468B-BAB7-AAB8F0B58991}" dt="2025-11-17T17:09:23.085" v="153"/>
          <ac:spMkLst>
            <pc:docMk/>
            <pc:sldMk cId="1800593104" sldId="256"/>
            <ac:spMk id="7" creationId="{ED3A4E5F-EFA4-59E8-6B89-5F40F1C70717}"/>
          </ac:spMkLst>
        </pc:spChg>
        <pc:spChg chg="del mod topLvl">
          <ac:chgData name="George Hariman" userId="944226f4-c0bd-444e-8152-728ae792d6b1" providerId="ADAL" clId="{34122976-1B0B-468B-BAB7-AAB8F0B58991}" dt="2025-11-17T17:09:24.621" v="155"/>
          <ac:spMkLst>
            <pc:docMk/>
            <pc:sldMk cId="1800593104" sldId="256"/>
            <ac:spMk id="31" creationId="{E1509700-B293-3F55-F55C-F3701790459F}"/>
          </ac:spMkLst>
        </pc:spChg>
        <pc:spChg chg="mod">
          <ac:chgData name="George Hariman" userId="944226f4-c0bd-444e-8152-728ae792d6b1" providerId="ADAL" clId="{34122976-1B0B-468B-BAB7-AAB8F0B58991}" dt="2025-11-11T21:20:58.342" v="121" actId="1076"/>
          <ac:spMkLst>
            <pc:docMk/>
            <pc:sldMk cId="1800593104" sldId="256"/>
            <ac:spMk id="35" creationId="{EC3C011E-0D3F-8E74-1F48-907C8470B1E2}"/>
          </ac:spMkLst>
        </pc:spChg>
        <pc:spChg chg="mod">
          <ac:chgData name="George Hariman" userId="944226f4-c0bd-444e-8152-728ae792d6b1" providerId="ADAL" clId="{34122976-1B0B-468B-BAB7-AAB8F0B58991}" dt="2025-11-11T21:20:58.342" v="121" actId="1076"/>
          <ac:spMkLst>
            <pc:docMk/>
            <pc:sldMk cId="1800593104" sldId="256"/>
            <ac:spMk id="36" creationId="{EA64A9E9-A333-6437-3863-AED0AEECE158}"/>
          </ac:spMkLst>
        </pc:spChg>
        <pc:picChg chg="mod">
          <ac:chgData name="George Hariman" userId="944226f4-c0bd-444e-8152-728ae792d6b1" providerId="ADAL" clId="{34122976-1B0B-468B-BAB7-AAB8F0B58991}" dt="2025-11-11T21:20:58.342" v="121" actId="1076"/>
          <ac:picMkLst>
            <pc:docMk/>
            <pc:sldMk cId="1800593104" sldId="256"/>
            <ac:picMk id="1026" creationId="{31E0B8E7-5AAF-5314-AEE2-A82B6163324E}"/>
          </ac:picMkLst>
        </pc:picChg>
        <pc:cxnChg chg="add mod">
          <ac:chgData name="George Hariman" userId="944226f4-c0bd-444e-8152-728ae792d6b1" providerId="ADAL" clId="{34122976-1B0B-468B-BAB7-AAB8F0B58991}" dt="2025-11-17T17:09:56.609" v="210" actId="14100"/>
          <ac:cxnSpMkLst>
            <pc:docMk/>
            <pc:sldMk cId="1800593104" sldId="256"/>
            <ac:cxnSpMk id="3" creationId="{380E2C1A-0F08-461E-6A8C-56A4425AF116}"/>
          </ac:cxnSpMkLst>
        </pc:cxnChg>
        <pc:cxnChg chg="add mod">
          <ac:chgData name="George Hariman" userId="944226f4-c0bd-444e-8152-728ae792d6b1" providerId="ADAL" clId="{34122976-1B0B-468B-BAB7-AAB8F0B58991}" dt="2025-11-11T21:21:26.748" v="151" actId="1076"/>
          <ac:cxnSpMkLst>
            <pc:docMk/>
            <pc:sldMk cId="1800593104" sldId="256"/>
            <ac:cxnSpMk id="12" creationId="{B8AD187D-3728-BEBC-7383-A497F1047194}"/>
          </ac:cxnSpMkLst>
        </pc:cxnChg>
        <pc:cxnChg chg="mod">
          <ac:chgData name="George Hariman" userId="944226f4-c0bd-444e-8152-728ae792d6b1" providerId="ADAL" clId="{34122976-1B0B-468B-BAB7-AAB8F0B58991}" dt="2025-11-11T21:20:50.300" v="119" actId="14100"/>
          <ac:cxnSpMkLst>
            <pc:docMk/>
            <pc:sldMk cId="1800593104" sldId="256"/>
            <ac:cxnSpMk id="29" creationId="{7A82C5DF-9BE8-5D12-86E4-A699752CF43D}"/>
          </ac:cxnSpMkLst>
        </pc:cxn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11/17/2025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dirty="0"/>
              <a:t>Updated 10/10/25</a:t>
            </a:r>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p:cNvCxnSpPr>
          <p:nvPr/>
        </p:nvCxnSpPr>
        <p:spPr>
          <a:xfrm>
            <a:off x="5624051" y="5083277"/>
            <a:ext cx="2182037" cy="1057641"/>
          </a:xfrm>
          <a:prstGeom prst="bentConnector3">
            <a:avLst>
              <a:gd name="adj1" fmla="val 59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941220" y="307245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911243" y="260793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77859" y="334289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p:txBody>
      </p:sp>
      <p:sp>
        <p:nvSpPr>
          <p:cNvPr id="7" name="TextBox 6">
            <a:extLst>
              <a:ext uri="{FF2B5EF4-FFF2-40B4-BE49-F238E27FC236}">
                <a16:creationId xmlns:a16="http://schemas.microsoft.com/office/drawing/2014/main" id="{ED3A4E5F-EFA4-59E8-6B89-5F40F1C70717}"/>
              </a:ext>
            </a:extLst>
          </p:cNvPr>
          <p:cNvSpPr txBox="1"/>
          <p:nvPr/>
        </p:nvSpPr>
        <p:spPr>
          <a:xfrm>
            <a:off x="7880788" y="4931759"/>
            <a:ext cx="3908058" cy="974626"/>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Pin 10: PWM out</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p>
        </p:txBody>
      </p:sp>
      <p:cxnSp>
        <p:nvCxnSpPr>
          <p:cNvPr id="12" name="Connector: Elbow 11">
            <a:extLst>
              <a:ext uri="{FF2B5EF4-FFF2-40B4-BE49-F238E27FC236}">
                <a16:creationId xmlns:a16="http://schemas.microsoft.com/office/drawing/2014/main" id="{B8AD187D-3728-BEBC-7383-A497F1047194}"/>
              </a:ext>
            </a:extLst>
          </p:cNvPr>
          <p:cNvCxnSpPr>
            <a:cxnSpLocks/>
          </p:cNvCxnSpPr>
          <p:nvPr/>
        </p:nvCxnSpPr>
        <p:spPr>
          <a:xfrm>
            <a:off x="5805327" y="5052797"/>
            <a:ext cx="2113962" cy="140630"/>
          </a:xfrm>
          <a:prstGeom prst="bentConnector3">
            <a:avLst>
              <a:gd name="adj1" fmla="val -996"/>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7F087EB-B7CA-302D-B1BC-8A93ECBBBF28}"/>
              </a:ext>
            </a:extLst>
          </p:cNvPr>
          <p:cNvSpPr txBox="1"/>
          <p:nvPr/>
        </p:nvSpPr>
        <p:spPr>
          <a:xfrm>
            <a:off x="7875639" y="5869858"/>
            <a:ext cx="4560864"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10 50%, pin 9 25% at 15.625kHz</a:t>
            </a:r>
          </a:p>
        </p:txBody>
      </p:sp>
      <p:cxnSp>
        <p:nvCxnSpPr>
          <p:cNvPr id="3" name="Connector: Elbow 2">
            <a:extLst>
              <a:ext uri="{FF2B5EF4-FFF2-40B4-BE49-F238E27FC236}">
                <a16:creationId xmlns:a16="http://schemas.microsoft.com/office/drawing/2014/main" id="{380E2C1A-0F08-461E-6A8C-56A4425AF116}"/>
              </a:ext>
            </a:extLst>
          </p:cNvPr>
          <p:cNvCxnSpPr>
            <a:cxnSpLocks/>
          </p:cNvCxnSpPr>
          <p:nvPr/>
        </p:nvCxnSpPr>
        <p:spPr>
          <a:xfrm>
            <a:off x="5471651" y="5137355"/>
            <a:ext cx="2276168" cy="1076632"/>
          </a:xfrm>
          <a:prstGeom prst="bentConnector3">
            <a:avLst>
              <a:gd name="adj1" fmla="val -972"/>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157</TotalTime>
  <Words>464</Words>
  <Application>Microsoft Office PowerPoint</Application>
  <PresentationFormat>Widescreen</PresentationFormat>
  <Paragraphs>53</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2025-11-17T17:09:57Z</dcterms:modified>
</cp:coreProperties>
</file>